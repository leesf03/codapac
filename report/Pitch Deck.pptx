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120FD8-15AA-4F61-B5A5-266ACEEC11C9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02D12-7E5F-490D-8B54-C7B45A6393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81350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02D12-7E5F-490D-8B54-C7B45A639356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0421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3460-3675-C8CB-8ACE-A013B3806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67F401-2D9E-2FCF-FD6A-A8F4648D6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1DC7A-6747-4E23-0A0D-15B5E1742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DBCFF-7FB9-4F98-8F2E-EE82E01A77DE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2DEDA-9AC3-7CE4-0616-095FC5644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D2964-5844-A40E-CD64-0C046FB26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F76C0-CFA3-4AF8-9A9E-6453ABB16C8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5748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5B6B-2FE3-DF6D-D2EA-D24AD07BC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E29CF-A04A-4E10-0B61-AEF601A85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6D41C-658E-773A-0A64-A03A5BB72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DBCFF-7FB9-4F98-8F2E-EE82E01A77DE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662E0-7E4D-E145-4546-C5DDBD119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5177E-B183-F0B2-9DB9-DB7DA374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F76C0-CFA3-4AF8-9A9E-6453ABB16C8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94471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867A-D442-D919-18D9-D2589CEA1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773E1-2797-92C2-7A46-C8748FF55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64BEE-1C72-EE99-33C8-B8BFD4121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DBCFF-7FB9-4F98-8F2E-EE82E01A77DE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ED14F-DC35-12BB-5C70-AE7BDA67C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8A9C3-D865-CCED-6BC1-77F3F823D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F76C0-CFA3-4AF8-9A9E-6453ABB16C8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99352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D755B-C420-9BD0-405B-3DB431F9C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4580E-4944-D4B5-2CBE-718CB01589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3A5B20-AEA0-793F-1FF1-8349972FB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6495C-278D-638D-242A-BFB7C2784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DBCFF-7FB9-4F98-8F2E-EE82E01A77DE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4A3F1-06D5-7274-7E5D-0919C02D7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394E1-F3E6-8A95-DAA6-886489499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F76C0-CFA3-4AF8-9A9E-6453ABB16C8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0792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C69E3-CAC5-561D-9878-858194D86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5673E-49A2-2C2F-F61F-C291EC2C8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7633E-5BF5-DECC-C358-72F76C4D9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D7ACD4-95B6-0D25-E693-DFDE5DDEFF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018295-9723-D089-2002-5C54FD75C4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D9C2C7-E585-5277-4E11-50953B37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DBCFF-7FB9-4F98-8F2E-EE82E01A77DE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64795F-8801-E9CF-79E3-BFA8691AB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4E602E-78F1-A413-E945-67806CD75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F76C0-CFA3-4AF8-9A9E-6453ABB16C8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37383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786DF-DF8B-08C6-CA46-A9C01CD36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FCB6F6-9D7A-7493-6EF8-45D170846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DBCFF-7FB9-4F98-8F2E-EE82E01A77DE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1FD221-C286-290F-6450-EE3003AA3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77A74-9F03-66B6-FB16-C45546C2B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F76C0-CFA3-4AF8-9A9E-6453ABB16C8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76767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9CB7D8-EC55-F04A-88AD-CE874B461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DBCFF-7FB9-4F98-8F2E-EE82E01A77DE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23E344-9BCC-4EA2-F1B9-C141CBB7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34DF1-1A09-C8E1-FCDF-3213161C0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F76C0-CFA3-4AF8-9A9E-6453ABB16C8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1708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AF6E0-D403-48B3-1FB4-F617038E6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6C33B-2930-07AF-6A19-5FC2F329B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53330-89CA-31DD-8249-4F7C69FF3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2C73C-7587-63E0-56E3-E0B8AB71D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DBCFF-7FB9-4F98-8F2E-EE82E01A77DE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8BF33-0E6E-5941-2371-343104FA1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21F75-874B-4E28-39E7-4322439C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F76C0-CFA3-4AF8-9A9E-6453ABB16C8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07126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168BF-E2ED-33D2-1A6E-D568C3B7D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0095FA-C95F-BBC6-AF17-11B8C4B64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69841-E48D-B34A-30D0-8420B8615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A597C-AD04-5A2C-AC59-45ABCAF53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DBCFF-7FB9-4F98-8F2E-EE82E01A77DE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0EE89-029D-A352-C05A-19AAEECDF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1B49E-9566-4193-8B3C-E3F95B6A0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F76C0-CFA3-4AF8-9A9E-6453ABB16C8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35928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8FB2F-1647-2623-29AE-10FBE642D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C3BE77-8C14-4FA5-E329-2E9BC96EC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29103-7BC1-ECDC-E34B-DF9DC4350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DBCFF-7FB9-4F98-8F2E-EE82E01A77DE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7F5FC-BB07-D022-2448-A20F1365D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5E609-D454-216B-C50C-E20BDC5F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F76C0-CFA3-4AF8-9A9E-6453ABB16C8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9979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F08E76-7298-76B9-8ED6-425549C01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92D38-8FC1-F0B6-44DF-F78532B61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E2C6A-5CF6-9C3C-1985-4601B75F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DBCFF-7FB9-4F98-8F2E-EE82E01A77DE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2945F-F0BC-2235-108B-0C03D3F4C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C0596-CB62-79FF-32C1-080865631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F76C0-CFA3-4AF8-9A9E-6453ABB16C8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50326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B2F7CE-E24D-D8F4-280C-A473A92DD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B8398-5318-5318-6938-9A97DC64C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07E38-2BEB-11ED-434C-F885017D69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2DBCFF-7FB9-4F98-8F2E-EE82E01A77DE}" type="datetimeFigureOut">
              <a:rPr lang="en-MY" smtClean="0"/>
              <a:t>23/4/2026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1E507-A3C2-04A6-DAA3-E8ECD6F7E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E2988-EED3-747E-6F4E-840BC3DDBA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EF76C0-CFA3-4AF8-9A9E-6453ABB16C8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1127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5ACE4446-D305-EA9C-1265-C40E3040A5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0501" y="-2066499"/>
            <a:ext cx="5647899" cy="564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4018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1878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684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3142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238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3341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2028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851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6476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888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2171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526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</Words>
  <Application>Microsoft Office PowerPoint</Application>
  <PresentationFormat>Widescreen</PresentationFormat>
  <Paragraphs>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LOO YI SHENG</dc:creator>
  <cp:lastModifiedBy>LOO YI SHENG</cp:lastModifiedBy>
  <cp:revision>2</cp:revision>
  <dcterms:created xsi:type="dcterms:W3CDTF">2026-04-22T18:10:27Z</dcterms:created>
  <dcterms:modified xsi:type="dcterms:W3CDTF">2026-04-22T18:28:18Z</dcterms:modified>
</cp:coreProperties>
</file>